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/>
              <a:t>02 Upstream Provenance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Project: K_CAUSALUP</a:t>
            </a:r>
          </a:p>
          <a:p>
            <a:r>
              <a:t>Tier: TIER_6_SECURITY_EVAL</a:t>
            </a:r>
          </a:p>
          <a:p>
            <a:r>
              <a:t>Identity: Upstream py-why/dowhy @ cc23521127ba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Recorded identity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Fact | Value |</a:t>
            </a:r>
          </a:p>
          <a:p>
            <a:r>
              <a:t>| --- | --- |</a:t>
            </a:r>
          </a:p>
          <a:p>
            <a:r>
              <a:t>| Upstream | py-why/dowhy |</a:t>
            </a:r>
          </a:p>
          <a:p>
            <a:r>
              <a:t>| Commit | cc23521127ba21ade40514539ae7b91db27ca54a |</a:t>
            </a:r>
          </a:p>
          <a:p>
            <a:r>
              <a:t>| Upstream licence | MIT |</a:t>
            </a:r>
          </a:p>
          <a:p>
            <a:r>
              <a:t>| Licence class | permissive |</a:t>
            </a:r>
          </a:p>
          <a:p>
            <a:r>
              <a:t>| Clone size | 25.62 MB |</a:t>
            </a:r>
          </a:p>
          <a:p>
            <a:r>
              <a:t>| Ledger | 0 blocks, chain verified |</a:t>
            </a:r>
          </a:p>
          <a:p>
            <a:r>
              <a:t>| Current TRL | NOT YET MEASURED |</a:t>
            </a:r>
          </a:p>
          <a:p>
            <a:r>
              <a:t>| Post-optimisation TRL | NOT YET MEASURED |</a:t>
            </a:r>
          </a:p>
          <a:p>
            <a:r>
              <a:t>| II budget cap | 1500.0 IIU |</a:t>
            </a:r>
          </a:p>
          <a:p>
            <a:r>
              <a:t>| Verified upstream edits | 1 |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Obligation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K_CAUSALUP is vendored under MIT (permissive). Any Anticloud edit to</a:t>
            </a:r>
          </a:p>
          <a:p>
            <a:r>
              <a:t>the vendored tree is a derivative work and is tracked in</a:t>
            </a:r>
          </a:p>
          <a:p>
            <a:r>
              <a:t>anticloud-edits.json; the notice of changes is at the project NOTICE.md.</a:t>
            </a:r>
          </a:p>
          <a:p>
            <a:r>
              <a:t>Where the licence class is unknown, no edit may be applied until the</a:t>
            </a:r>
          </a:p>
          <a:p>
            <a:r>
              <a:t>licence is identified, because the absence of a licence is not a grant.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