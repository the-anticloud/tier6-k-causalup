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K_CAUSALUP</a:t>
            </a:r>
          </a:p>
          <a:p>
            <a:r>
              <a:t>Tier: TIER_6_SECURITY_EVAL</a:t>
            </a:r>
          </a:p>
          <a:p>
            <a:r>
              <a:t>Identity: Upstream py-why/dowhy @ cc23521127ba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py-why/dowhy |</a:t>
            </a:r>
          </a:p>
          <a:p>
            <a:r>
              <a:t>| Commit | cc23521127ba21ade40514539ae7b91db27ca54a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25.62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1500.0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K_CAUSALUP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